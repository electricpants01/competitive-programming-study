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1-primality-testing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1-primality-testing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1-primality-testing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1-primality-testing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2-prime-factorizati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2-prime-factorizatio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2-prime-factorization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3-gcd-lcm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3-gcd-lcm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3-gcd-lcm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3-gcd-lcm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4-extended-euclidea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4-extended-euclidea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4-extended-euclidean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4-extended-euclidean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5-modular-arithmetic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5-modular-arithmetic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5-modular-arithmetic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5-modular-arithmetic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6-chinese-remainde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6-chinese-remainde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6-chinese-remainder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7-linear-diophantin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7-linear-diophantin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7-linear-diophantin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torricoavila/AndroidStudioProjects/competitive-programming-study/slides/number-theory/07-linear-diophantin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2026-06-27T12:48:01Z</dcterms:created>
  <dcterms:modified xsi:type="dcterms:W3CDTF">2026-06-27T12:48:01Z</dcterms:modified>
</cp:coreProperties>
</file>